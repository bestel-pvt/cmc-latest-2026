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6D0D1B-FE08-A22C-A7B3-1D583D546A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EE9469-BD79-1B68-6894-C1EB7AF778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61327B-D5DD-BA07-2438-DB436CAFB9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A74516-D7F1-42B8-AA4D-8FD06EAEC255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CDA8E5-0D5B-F3D3-E2C3-3B769ECD64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C8326B-28E4-304D-E516-5B57253C47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BD740-0A14-4E23-9F02-8323B8E553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02288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E5B3C5-3120-6F01-26EE-AA93108775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CE7997-3739-C41B-1FA9-65F32CBE8F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2D3B79-5DD4-D170-5808-D6EDD359A1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A74516-D7F1-42B8-AA4D-8FD06EAEC255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A2D927-4070-5576-FFED-E00419AED3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7BCB6C-DCC0-5F2B-5661-B9B35C78D8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BD740-0A14-4E23-9F02-8323B8E553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95823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CBE6C5-50DE-B1C8-4D3B-DDF1F02D51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B73F4A-124C-6E33-031D-39581B6B68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D25306-D67C-089D-E97D-768601A7C3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A74516-D7F1-42B8-AA4D-8FD06EAEC255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AFF171-56DF-4414-4539-40B18D1CC1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7B7F04-6F21-DA8D-3CF8-D0D38FDA3A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BD740-0A14-4E23-9F02-8323B8E553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9601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2F1C03-4B37-E5E6-8755-425A4AD67C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7DD54B-EAB6-3B18-5780-EF468D2C4D5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FD1EC9-406F-9394-3D97-DD7E431D51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018E8F-8EB5-6813-E730-3B7EB82009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A74516-D7F1-42B8-AA4D-8FD06EAEC255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73EB03-0630-B214-D8C7-22DD1BE3AD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FB0E65-A06A-7FDF-53AB-A0A1E2F0A0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BD740-0A14-4E23-9F02-8323B8E553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29754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81B0EA-8985-F2E0-EF97-E47CA6CEBC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4E735C-6447-6189-6E13-0722110738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6C0675-8B3C-B83E-7681-3EF003358F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2D7D3E0-6036-15D2-21AF-93BC975D721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08EBAD8-3D4E-B682-853B-D485D8DAD99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DC812E-0C55-8FFD-A955-D42ABBD4B5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A74516-D7F1-42B8-AA4D-8FD06EAEC255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9FC0172-D5B8-87D7-B689-D4E417E916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F4552D2-D782-36B0-5E05-A7A1271525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BD740-0A14-4E23-9F02-8323B8E553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82582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847C3F-1122-F10E-E7E4-77DDB37D62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584D622-FF2B-5FC0-A52F-0C557E266A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A74516-D7F1-42B8-AA4D-8FD06EAEC255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DAD34D-8638-162E-2DDB-FC689D0015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E91672-15BE-776B-EA96-67A36C0FC6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BD740-0A14-4E23-9F02-8323B8E553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14606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98135E5-E136-270A-41EC-2E579D8CD5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A74516-D7F1-42B8-AA4D-8FD06EAEC255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B502806-AE1B-3581-0E0F-B431AA3D09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03F7AC-CC8F-016C-BFF2-9D68FDD25A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BD740-0A14-4E23-9F02-8323B8E553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75232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D84BA4-03C8-3660-4DFA-D4A3AB8DBE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ABCD4F-D0C2-1070-E47F-90BD6414A7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0B182F-776B-2FAF-095B-C67C85D05A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C10D5A-543F-190E-89E3-0E09E0EC06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A74516-D7F1-42B8-AA4D-8FD06EAEC255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BE2C78-BBE3-3021-1995-A78B28D187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7466EE-39E8-A7BD-79ED-71EFD0C946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BD740-0A14-4E23-9F02-8323B8E553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11856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F320F5-DCD5-E1E8-A9FF-8EB6A0FE27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1AC82D2-E7AF-8AA2-CCF3-4B245471683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316479-D95D-A044-8CF9-835171D251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EDB1E2-9E32-207A-0425-D8B7557FE9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A74516-D7F1-42B8-AA4D-8FD06EAEC255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E5673A-8B01-A8FE-5970-3580929945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C7E282-2099-7CF3-A349-1C19087A57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BD740-0A14-4E23-9F02-8323B8E553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99998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734393-52FD-FD75-FA91-93E4738547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9BEAA5B-CFBA-6913-BB50-41E5E64303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C7B885-2CB0-D8A8-B1EE-CFAA50A358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A74516-D7F1-42B8-AA4D-8FD06EAEC255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44EABC-527E-E871-1997-56BA51E25A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D56CFD-6D76-8919-F34D-3F150CB565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BD740-0A14-4E23-9F02-8323B8E553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73547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68EE8FF-B366-DAE1-66C9-6C17B1FCF57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191644-FFB7-8E2B-2F4A-D3458312C5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000B46-0720-B878-02AB-88103E6DE0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A74516-D7F1-42B8-AA4D-8FD06EAEC255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D42DBF-7B09-EDC4-A5B6-614E8D7DFF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38EC79-BEAC-3738-AB62-A4372B54E8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BD740-0A14-4E23-9F02-8323B8E553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72579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867D657-2146-1F1F-42F1-5FA0055904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825154-3CE1-C9ED-7654-EE5F50DC1A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DE24B9-37F9-D9B7-B455-6EDBB5DCF5D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A74516-D7F1-42B8-AA4D-8FD06EAEC255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46D07A-066A-1884-80A5-701DBA70620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07DB04-08C0-01EA-0618-9C56B3950D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BBD740-0A14-4E23-9F02-8323B8E553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16396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7C1C791-496C-1E36-E05A-E184F69E87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9364" y="0"/>
            <a:ext cx="887327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99956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30682E-C5C3-A218-D1C1-9E5A158DE6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2315A7E-56A0-4A2B-523E-BDCFEF0DB8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8995" y="0"/>
            <a:ext cx="939401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01232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0B5FD6-0EDE-0BE7-DA15-A0EDA5EC77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93E0583-A75D-4ECB-1956-48FAD36942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6698"/>
            <a:ext cx="12192000" cy="65846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18020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0</Words>
  <Application>Microsoft Office PowerPoint</Application>
  <PresentationFormat>Widescreen</PresentationFormat>
  <Paragraphs>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ibrahim laptops</dc:creator>
  <cp:lastModifiedBy>ibrahim laptops</cp:lastModifiedBy>
  <cp:revision>2</cp:revision>
  <dcterms:created xsi:type="dcterms:W3CDTF">2026-07-21T06:23:07Z</dcterms:created>
  <dcterms:modified xsi:type="dcterms:W3CDTF">2026-07-21T06:33:54Z</dcterms:modified>
</cp:coreProperties>
</file>